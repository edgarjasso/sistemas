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9" r:id="rId3"/>
    <p:sldId id="269" r:id="rId4"/>
    <p:sldId id="272" r:id="rId5"/>
    <p:sldId id="273" r:id="rId6"/>
    <p:sldId id="274" r:id="rId7"/>
    <p:sldId id="275" r:id="rId8"/>
    <p:sldId id="271" r:id="rId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B79"/>
    <a:srgbClr val="3F3F3F"/>
    <a:srgbClr val="014067"/>
    <a:srgbClr val="014E7D"/>
    <a:srgbClr val="013657"/>
    <a:srgbClr val="01456F"/>
    <a:srgbClr val="0937C9"/>
    <a:srgbClr val="002774"/>
    <a:srgbClr val="929A4A"/>
    <a:srgbClr val="EAB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8" autoAdjust="0"/>
    <p:restoredTop sz="95899" autoAdjust="0"/>
  </p:normalViewPr>
  <p:slideViewPr>
    <p:cSldViewPr snapToGrid="0" showGuides="1">
      <p:cViewPr varScale="1">
        <p:scale>
          <a:sx n="78" d="100"/>
          <a:sy n="78" d="100"/>
        </p:scale>
        <p:origin x="318" y="72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39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gar Jasso" userId="d009263873fe69d0" providerId="LiveId" clId="{6C3C3FC1-F88C-4CF1-8BBE-DEF337A52F37}"/>
    <pc:docChg chg="undo custSel addSld delSld modSld">
      <pc:chgData name="Edgar Jasso" userId="d009263873fe69d0" providerId="LiveId" clId="{6C3C3FC1-F88C-4CF1-8BBE-DEF337A52F37}" dt="2020-07-10T20:54:53.172" v="1409" actId="2696"/>
      <pc:docMkLst>
        <pc:docMk/>
      </pc:docMkLst>
      <pc:sldChg chg="del">
        <pc:chgData name="Edgar Jasso" userId="d009263873fe69d0" providerId="LiveId" clId="{6C3C3FC1-F88C-4CF1-8BBE-DEF337A52F37}" dt="2020-07-10T20:54:07.272" v="1400" actId="2696"/>
        <pc:sldMkLst>
          <pc:docMk/>
          <pc:sldMk cId="310042212" sldId="262"/>
        </pc:sldMkLst>
      </pc:sldChg>
      <pc:sldChg chg="del">
        <pc:chgData name="Edgar Jasso" userId="d009263873fe69d0" providerId="LiveId" clId="{6C3C3FC1-F88C-4CF1-8BBE-DEF337A52F37}" dt="2020-07-10T20:54:09.367" v="1401" actId="2696"/>
        <pc:sldMkLst>
          <pc:docMk/>
          <pc:sldMk cId="2973707689" sldId="263"/>
        </pc:sldMkLst>
      </pc:sldChg>
      <pc:sldChg chg="del">
        <pc:chgData name="Edgar Jasso" userId="d009263873fe69d0" providerId="LiveId" clId="{6C3C3FC1-F88C-4CF1-8BBE-DEF337A52F37}" dt="2020-07-10T20:54:14.398" v="1403" actId="2696"/>
        <pc:sldMkLst>
          <pc:docMk/>
          <pc:sldMk cId="2260955757" sldId="264"/>
        </pc:sldMkLst>
      </pc:sldChg>
      <pc:sldChg chg="del">
        <pc:chgData name="Edgar Jasso" userId="d009263873fe69d0" providerId="LiveId" clId="{6C3C3FC1-F88C-4CF1-8BBE-DEF337A52F37}" dt="2020-07-10T20:54:11.559" v="1402" actId="2696"/>
        <pc:sldMkLst>
          <pc:docMk/>
          <pc:sldMk cId="2009224050" sldId="265"/>
        </pc:sldMkLst>
      </pc:sldChg>
      <pc:sldChg chg="modSp mod">
        <pc:chgData name="Edgar Jasso" userId="d009263873fe69d0" providerId="LiveId" clId="{6C3C3FC1-F88C-4CF1-8BBE-DEF337A52F37}" dt="2020-07-10T20:50:50.449" v="1197" actId="1076"/>
        <pc:sldMkLst>
          <pc:docMk/>
          <pc:sldMk cId="3891516162" sldId="269"/>
        </pc:sldMkLst>
        <pc:spChg chg="mod">
          <ac:chgData name="Edgar Jasso" userId="d009263873fe69d0" providerId="LiveId" clId="{6C3C3FC1-F88C-4CF1-8BBE-DEF337A52F37}" dt="2020-07-10T20:50:50.449" v="1197" actId="1076"/>
          <ac:spMkLst>
            <pc:docMk/>
            <pc:sldMk cId="3891516162" sldId="269"/>
            <ac:spMk id="3" creationId="{5B49B28C-D28C-4470-84EA-B1E5B8613275}"/>
          </ac:spMkLst>
        </pc:spChg>
      </pc:sldChg>
      <pc:sldChg chg="del">
        <pc:chgData name="Edgar Jasso" userId="d009263873fe69d0" providerId="LiveId" clId="{6C3C3FC1-F88C-4CF1-8BBE-DEF337A52F37}" dt="2020-07-10T20:54:16.458" v="1404" actId="2696"/>
        <pc:sldMkLst>
          <pc:docMk/>
          <pc:sldMk cId="59582380" sldId="270"/>
        </pc:sldMkLst>
      </pc:sldChg>
      <pc:sldChg chg="addSp delSp modSp mod">
        <pc:chgData name="Edgar Jasso" userId="d009263873fe69d0" providerId="LiveId" clId="{6C3C3FC1-F88C-4CF1-8BBE-DEF337A52F37}" dt="2020-07-10T20:53:47.717" v="1399" actId="313"/>
        <pc:sldMkLst>
          <pc:docMk/>
          <pc:sldMk cId="886753883" sldId="271"/>
        </pc:sldMkLst>
        <pc:spChg chg="del">
          <ac:chgData name="Edgar Jasso" userId="d009263873fe69d0" providerId="LiveId" clId="{6C3C3FC1-F88C-4CF1-8BBE-DEF337A52F37}" dt="2020-07-10T20:50:24.728" v="1189" actId="478"/>
          <ac:spMkLst>
            <pc:docMk/>
            <pc:sldMk cId="886753883" sldId="271"/>
            <ac:spMk id="2" creationId="{27BC256F-4575-410C-9F55-06E788FB3C24}"/>
          </ac:spMkLst>
        </pc:spChg>
        <pc:spChg chg="del">
          <ac:chgData name="Edgar Jasso" userId="d009263873fe69d0" providerId="LiveId" clId="{6C3C3FC1-F88C-4CF1-8BBE-DEF337A52F37}" dt="2020-07-10T20:50:25.910" v="1190" actId="478"/>
          <ac:spMkLst>
            <pc:docMk/>
            <pc:sldMk cId="886753883" sldId="271"/>
            <ac:spMk id="3" creationId="{93B8BB2E-D37A-4172-81EE-41F3AB43458C}"/>
          </ac:spMkLst>
        </pc:spChg>
        <pc:spChg chg="del">
          <ac:chgData name="Edgar Jasso" userId="d009263873fe69d0" providerId="LiveId" clId="{6C3C3FC1-F88C-4CF1-8BBE-DEF337A52F37}" dt="2020-07-10T20:50:29.383" v="1191" actId="478"/>
          <ac:spMkLst>
            <pc:docMk/>
            <pc:sldMk cId="886753883" sldId="271"/>
            <ac:spMk id="4" creationId="{582AE24A-227A-47FD-9D8F-9667894D781F}"/>
          </ac:spMkLst>
        </pc:spChg>
        <pc:spChg chg="del">
          <ac:chgData name="Edgar Jasso" userId="d009263873fe69d0" providerId="LiveId" clId="{6C3C3FC1-F88C-4CF1-8BBE-DEF337A52F37}" dt="2020-07-10T20:50:30.813" v="1192" actId="478"/>
          <ac:spMkLst>
            <pc:docMk/>
            <pc:sldMk cId="886753883" sldId="271"/>
            <ac:spMk id="5" creationId="{3EFC5E31-5DA3-48ED-BA72-4423F710B33D}"/>
          </ac:spMkLst>
        </pc:spChg>
        <pc:spChg chg="del">
          <ac:chgData name="Edgar Jasso" userId="d009263873fe69d0" providerId="LiveId" clId="{6C3C3FC1-F88C-4CF1-8BBE-DEF337A52F37}" dt="2020-07-10T20:50:32.426" v="1193" actId="478"/>
          <ac:spMkLst>
            <pc:docMk/>
            <pc:sldMk cId="886753883" sldId="271"/>
            <ac:spMk id="6" creationId="{B8EC5D6E-5332-499B-B512-C9E1C568CEF0}"/>
          </ac:spMkLst>
        </pc:spChg>
        <pc:spChg chg="del mod">
          <ac:chgData name="Edgar Jasso" userId="d009263873fe69d0" providerId="LiveId" clId="{6C3C3FC1-F88C-4CF1-8BBE-DEF337A52F37}" dt="2020-07-10T20:51:11.255" v="1203" actId="478"/>
          <ac:spMkLst>
            <pc:docMk/>
            <pc:sldMk cId="886753883" sldId="271"/>
            <ac:spMk id="7" creationId="{BA41CC7D-D863-4E11-BEA1-4D8F11F0ACDF}"/>
          </ac:spMkLst>
        </pc:spChg>
        <pc:spChg chg="del">
          <ac:chgData name="Edgar Jasso" userId="d009263873fe69d0" providerId="LiveId" clId="{6C3C3FC1-F88C-4CF1-8BBE-DEF337A52F37}" dt="2020-07-10T20:50:34.033" v="1194" actId="478"/>
          <ac:spMkLst>
            <pc:docMk/>
            <pc:sldMk cId="886753883" sldId="271"/>
            <ac:spMk id="9" creationId="{0BF3399C-AA1F-4DC2-8801-189EF5C3D567}"/>
          </ac:spMkLst>
        </pc:spChg>
        <pc:spChg chg="add del mod">
          <ac:chgData name="Edgar Jasso" userId="d009263873fe69d0" providerId="LiveId" clId="{6C3C3FC1-F88C-4CF1-8BBE-DEF337A52F37}" dt="2020-07-10T20:50:46.051" v="1196"/>
          <ac:spMkLst>
            <pc:docMk/>
            <pc:sldMk cId="886753883" sldId="271"/>
            <ac:spMk id="10" creationId="{21984F48-818E-433C-B7F8-61BEB862C0E8}"/>
          </ac:spMkLst>
        </pc:spChg>
        <pc:spChg chg="add mod">
          <ac:chgData name="Edgar Jasso" userId="d009263873fe69d0" providerId="LiveId" clId="{6C3C3FC1-F88C-4CF1-8BBE-DEF337A52F37}" dt="2020-07-10T20:50:54.057" v="1198"/>
          <ac:spMkLst>
            <pc:docMk/>
            <pc:sldMk cId="886753883" sldId="271"/>
            <ac:spMk id="11" creationId="{14FC5FDE-255A-4B58-B9C3-D04621F9D556}"/>
          </ac:spMkLst>
        </pc:spChg>
        <pc:spChg chg="add mod">
          <ac:chgData name="Edgar Jasso" userId="d009263873fe69d0" providerId="LiveId" clId="{6C3C3FC1-F88C-4CF1-8BBE-DEF337A52F37}" dt="2020-07-10T20:51:27.835" v="1205" actId="207"/>
          <ac:spMkLst>
            <pc:docMk/>
            <pc:sldMk cId="886753883" sldId="271"/>
            <ac:spMk id="12" creationId="{5A6AFFBF-2A7A-4E5E-91A7-47BF8069BCF3}"/>
          </ac:spMkLst>
        </pc:spChg>
        <pc:spChg chg="add mod">
          <ac:chgData name="Edgar Jasso" userId="d009263873fe69d0" providerId="LiveId" clId="{6C3C3FC1-F88C-4CF1-8BBE-DEF337A52F37}" dt="2020-07-10T20:53:47.717" v="1399" actId="313"/>
          <ac:spMkLst>
            <pc:docMk/>
            <pc:sldMk cId="886753883" sldId="271"/>
            <ac:spMk id="13" creationId="{76F1B85E-5AE4-4AF0-99D9-6CFA7CB62326}"/>
          </ac:spMkLst>
        </pc:spChg>
      </pc:sldChg>
      <pc:sldChg chg="addSp modSp mod">
        <pc:chgData name="Edgar Jasso" userId="d009263873fe69d0" providerId="LiveId" clId="{6C3C3FC1-F88C-4CF1-8BBE-DEF337A52F37}" dt="2020-07-10T20:41:56.442" v="403" actId="313"/>
        <pc:sldMkLst>
          <pc:docMk/>
          <pc:sldMk cId="858928075" sldId="272"/>
        </pc:sldMkLst>
        <pc:spChg chg="add mod">
          <ac:chgData name="Edgar Jasso" userId="d009263873fe69d0" providerId="LiveId" clId="{6C3C3FC1-F88C-4CF1-8BBE-DEF337A52F37}" dt="2020-07-10T20:39:58.667" v="262" actId="403"/>
          <ac:spMkLst>
            <pc:docMk/>
            <pc:sldMk cId="858928075" sldId="272"/>
            <ac:spMk id="7" creationId="{89EC3B39-9A80-4214-AD20-1C83D4CBF2C6}"/>
          </ac:spMkLst>
        </pc:spChg>
        <pc:spChg chg="add mod">
          <ac:chgData name="Edgar Jasso" userId="d009263873fe69d0" providerId="LiveId" clId="{6C3C3FC1-F88C-4CF1-8BBE-DEF337A52F37}" dt="2020-07-10T20:41:56.442" v="403" actId="313"/>
          <ac:spMkLst>
            <pc:docMk/>
            <pc:sldMk cId="858928075" sldId="272"/>
            <ac:spMk id="8" creationId="{BCC45993-1E2F-43DE-B601-A8DD08A944AA}"/>
          </ac:spMkLst>
        </pc:spChg>
      </pc:sldChg>
      <pc:sldChg chg="addSp modSp mod">
        <pc:chgData name="Edgar Jasso" userId="d009263873fe69d0" providerId="LiveId" clId="{6C3C3FC1-F88C-4CF1-8BBE-DEF337A52F37}" dt="2020-07-10T20:48:13.997" v="922" actId="20577"/>
        <pc:sldMkLst>
          <pc:docMk/>
          <pc:sldMk cId="184004179" sldId="273"/>
        </pc:sldMkLst>
        <pc:spChg chg="add mod">
          <ac:chgData name="Edgar Jasso" userId="d009263873fe69d0" providerId="LiveId" clId="{6C3C3FC1-F88C-4CF1-8BBE-DEF337A52F37}" dt="2020-07-10T20:48:07.024" v="917" actId="20577"/>
          <ac:spMkLst>
            <pc:docMk/>
            <pc:sldMk cId="184004179" sldId="273"/>
            <ac:spMk id="5" creationId="{33221F01-D490-45EA-AC0E-22F5615B1F2C}"/>
          </ac:spMkLst>
        </pc:spChg>
        <pc:spChg chg="add mod">
          <ac:chgData name="Edgar Jasso" userId="d009263873fe69d0" providerId="LiveId" clId="{6C3C3FC1-F88C-4CF1-8BBE-DEF337A52F37}" dt="2020-07-10T20:48:13.997" v="922" actId="20577"/>
          <ac:spMkLst>
            <pc:docMk/>
            <pc:sldMk cId="184004179" sldId="273"/>
            <ac:spMk id="7" creationId="{D78B5BCD-1088-478D-B17D-629E17EBB1BA}"/>
          </ac:spMkLst>
        </pc:spChg>
      </pc:sldChg>
      <pc:sldChg chg="addSp delSp modSp mod">
        <pc:chgData name="Edgar Jasso" userId="d009263873fe69d0" providerId="LiveId" clId="{6C3C3FC1-F88C-4CF1-8BBE-DEF337A52F37}" dt="2020-07-10T20:46:05.955" v="849" actId="20577"/>
        <pc:sldMkLst>
          <pc:docMk/>
          <pc:sldMk cId="2150147035" sldId="274"/>
        </pc:sldMkLst>
        <pc:spChg chg="add mod">
          <ac:chgData name="Edgar Jasso" userId="d009263873fe69d0" providerId="LiveId" clId="{6C3C3FC1-F88C-4CF1-8BBE-DEF337A52F37}" dt="2020-07-10T20:46:05.955" v="849" actId="20577"/>
          <ac:spMkLst>
            <pc:docMk/>
            <pc:sldMk cId="2150147035" sldId="274"/>
            <ac:spMk id="5" creationId="{BAED9304-4282-4A5B-8C46-D45FA8C5C1DE}"/>
          </ac:spMkLst>
        </pc:spChg>
        <pc:spChg chg="add del mod">
          <ac:chgData name="Edgar Jasso" userId="d009263873fe69d0" providerId="LiveId" clId="{6C3C3FC1-F88C-4CF1-8BBE-DEF337A52F37}" dt="2020-07-10T20:45:11.175" v="745" actId="478"/>
          <ac:spMkLst>
            <pc:docMk/>
            <pc:sldMk cId="2150147035" sldId="274"/>
            <ac:spMk id="7" creationId="{78E52445-41D5-4303-ADA4-81B9966EB0EE}"/>
          </ac:spMkLst>
        </pc:spChg>
      </pc:sldChg>
      <pc:sldChg chg="addSp modSp mod">
        <pc:chgData name="Edgar Jasso" userId="d009263873fe69d0" providerId="LiveId" clId="{6C3C3FC1-F88C-4CF1-8BBE-DEF337A52F37}" dt="2020-07-10T20:50:17.500" v="1188" actId="20577"/>
        <pc:sldMkLst>
          <pc:docMk/>
          <pc:sldMk cId="2055976829" sldId="275"/>
        </pc:sldMkLst>
        <pc:spChg chg="add mod">
          <ac:chgData name="Edgar Jasso" userId="d009263873fe69d0" providerId="LiveId" clId="{6C3C3FC1-F88C-4CF1-8BBE-DEF337A52F37}" dt="2020-07-10T20:48:56.764" v="1007" actId="313"/>
          <ac:spMkLst>
            <pc:docMk/>
            <pc:sldMk cId="2055976829" sldId="275"/>
            <ac:spMk id="5" creationId="{094ED898-0CDB-47E4-ABE2-91C8E595E265}"/>
          </ac:spMkLst>
        </pc:spChg>
        <pc:spChg chg="add mod">
          <ac:chgData name="Edgar Jasso" userId="d009263873fe69d0" providerId="LiveId" clId="{6C3C3FC1-F88C-4CF1-8BBE-DEF337A52F37}" dt="2020-07-10T20:50:17.500" v="1188" actId="20577"/>
          <ac:spMkLst>
            <pc:docMk/>
            <pc:sldMk cId="2055976829" sldId="275"/>
            <ac:spMk id="7" creationId="{174B1606-0C44-4263-9B04-3E6762905FD5}"/>
          </ac:spMkLst>
        </pc:spChg>
      </pc:sldChg>
      <pc:sldChg chg="new del">
        <pc:chgData name="Edgar Jasso" userId="d009263873fe69d0" providerId="LiveId" clId="{6C3C3FC1-F88C-4CF1-8BBE-DEF337A52F37}" dt="2020-07-10T20:54:34.564" v="1407" actId="2696"/>
        <pc:sldMkLst>
          <pc:docMk/>
          <pc:sldMk cId="31801291" sldId="276"/>
        </pc:sldMkLst>
      </pc:sldChg>
      <pc:sldChg chg="modSp new del mod">
        <pc:chgData name="Edgar Jasso" userId="d009263873fe69d0" providerId="LiveId" clId="{6C3C3FC1-F88C-4CF1-8BBE-DEF337A52F37}" dt="2020-07-10T20:54:53.172" v="1409" actId="2696"/>
        <pc:sldMkLst>
          <pc:docMk/>
          <pc:sldMk cId="2584261478" sldId="277"/>
        </pc:sldMkLst>
        <pc:spChg chg="mod">
          <ac:chgData name="Edgar Jasso" userId="d009263873fe69d0" providerId="LiveId" clId="{6C3C3FC1-F88C-4CF1-8BBE-DEF337A52F37}" dt="2020-07-10T20:54:49.096" v="1408" actId="1076"/>
          <ac:spMkLst>
            <pc:docMk/>
            <pc:sldMk cId="2584261478" sldId="277"/>
            <ac:spMk id="3" creationId="{27252DDC-27DD-4F94-8276-BA520AB1CC8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F9F82D1-A560-4FA0-8228-EF8708BE8ACB}" type="datetime1">
              <a:rPr lang="es-ES" smtClean="0"/>
              <a:t>10/07/2020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1072A3-100F-40A9-915F-8D2D9E6962D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E26AD-3174-4DF4-8BFC-44717E8A8536}" type="datetime1">
              <a:rPr lang="es-ES" smtClean="0"/>
              <a:pPr/>
              <a:t>10/07/2020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230CFA-805A-4FD3-B3A0-DAAA5993DA17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8187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2454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4845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5085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9026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3491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2654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Subtítulo 2" title="Subtítulo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dirty="0"/>
              <a:t>HAGA CLIC PARA EDITAR EL ESTILO DE SUBTÍTULO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9" name="Triángulo rectángulo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7" name="Paralelogramo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 title="Título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101" name="Marcador de texto 2" title="Subtítulo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dirty="0"/>
              <a:t>EDITAR ESTILOS DE TEXTO DEL PATRÓN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elogramo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l text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 title="Viñeta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4" name="Triángulo rectángulo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 title="Subtítulo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" name="Título 1" title="Título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editar </a:t>
            </a:r>
            <a:br>
              <a:rPr lang="es-ES" noProof="0" dirty="0"/>
            </a:br>
            <a:r>
              <a:rPr lang="es-ES" noProof="0" dirty="0"/>
              <a:t>Estilo de título del patrón 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text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riángulo rectángulo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rtlCol="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3" name="Marcador de contenido 2" title="Viñeta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 title="Subtítulo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19" name="Título 1" title="Título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editar </a:t>
            </a:r>
            <a:br>
              <a:rPr lang="es-ES" noProof="0" dirty="0"/>
            </a:br>
            <a:r>
              <a:rPr lang="es-ES" noProof="0" dirty="0"/>
              <a:t>Estilo de título del patrón 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5" name="Cuadro de texto 14">
            <a:extLst>
              <a:ext uri="{FF2B5EF4-FFF2-40B4-BE49-F238E27FC236}">
                <a16:creationId xmlns:a16="http://schemas.microsoft.com/office/drawing/2014/main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 con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contenido 3" title="Viñeta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es-ES" noProof="0"/>
              <a:t>Haga clic para modificar los estilos de texto del patrón</a:t>
            </a:r>
          </a:p>
          <a:p>
            <a:pPr lvl="1" rtl="0">
              <a:buClr>
                <a:schemeClr val="accent2"/>
              </a:buClr>
            </a:pPr>
            <a:r>
              <a:rPr lang="es-ES" noProof="0"/>
              <a:t>Segundo nivel</a:t>
            </a:r>
          </a:p>
          <a:p>
            <a:pPr lvl="2" rtl="0">
              <a:buClr>
                <a:schemeClr val="accent2"/>
              </a:buClr>
            </a:pPr>
            <a:r>
              <a:rPr lang="es-ES" noProof="0"/>
              <a:t>Tercer nivel</a:t>
            </a:r>
          </a:p>
          <a:p>
            <a:pPr lvl="3" rtl="0">
              <a:buClr>
                <a:schemeClr val="accent2"/>
              </a:buClr>
            </a:pPr>
            <a:r>
              <a:rPr lang="es-ES" noProof="0"/>
              <a:t>Cuarto nivel</a:t>
            </a:r>
          </a:p>
          <a:p>
            <a:pPr lvl="4" rtl="0">
              <a:buClr>
                <a:schemeClr val="accent2"/>
              </a:buClr>
            </a:pPr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9" name="Marcador de posición de texto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contenido 5" title="Viñeta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es-ES" noProof="0"/>
              <a:t>Haga clic para modificar los estilos de texto del patrón</a:t>
            </a:r>
          </a:p>
          <a:p>
            <a:pPr lvl="1" rtl="0">
              <a:buClr>
                <a:schemeClr val="accent2"/>
              </a:buClr>
            </a:pPr>
            <a:r>
              <a:rPr lang="es-ES" noProof="0"/>
              <a:t>Segundo nivel</a:t>
            </a:r>
          </a:p>
          <a:p>
            <a:pPr lvl="2" rtl="0">
              <a:buClr>
                <a:schemeClr val="accent2"/>
              </a:buClr>
            </a:pPr>
            <a:r>
              <a:rPr lang="es-ES" noProof="0"/>
              <a:t>Tercer nivel</a:t>
            </a:r>
          </a:p>
          <a:p>
            <a:pPr lvl="3" rtl="0">
              <a:buClr>
                <a:schemeClr val="accent2"/>
              </a:buClr>
            </a:pPr>
            <a:r>
              <a:rPr lang="es-ES" noProof="0"/>
              <a:t>Cuarto nivel</a:t>
            </a:r>
          </a:p>
          <a:p>
            <a:pPr lvl="4" rtl="0">
              <a:buClr>
                <a:schemeClr val="accent2"/>
              </a:buClr>
            </a:pPr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4" name="Marcador de texto 4" title="Subtítulo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6" name="Cuadro de texto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Franja diagonal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3" name="Paralelogramo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34" name="Marcador de texto 4" title="Subtítulo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7" name="Título 1" title="Título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dirty="0"/>
              <a:t>Texto aquí</a:t>
            </a:r>
          </a:p>
        </p:txBody>
      </p:sp>
      <p:sp>
        <p:nvSpPr>
          <p:cNvPr id="20" name="Marcador de posición de gráfico 2" title="Gráfico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 rtl="0"/>
            <a:r>
              <a:rPr lang="es-ES" noProof="0"/>
              <a:t>Haga clic en el icono para agregar un gráfico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6" name="Cuadro de texto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Franja diagonal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elogramo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37" name="Marcador de texto 4" title="Subtítulo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7" name="Título 1" title="Título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15" name="Marcador de posición de título 11" title="Tabla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 rtlCol="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en el icono para agregar una tabla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5" name="Marcador de posición de imagen 31" title="Imagen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 dirty="0"/>
              <a:t>Inserte o arrastre y coloque una imagen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 title="Título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rtlCol="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dirty="0"/>
              <a:t>Agregar leyenda aquí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chas 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Nombre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Número de teléfono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Correo electrónico </a:t>
            </a:r>
          </a:p>
        </p:txBody>
      </p:sp>
      <p:sp>
        <p:nvSpPr>
          <p:cNvPr id="13" name="Marcador de texto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Sitio web de la empresa</a:t>
            </a:r>
          </a:p>
        </p:txBody>
      </p:sp>
      <p:sp>
        <p:nvSpPr>
          <p:cNvPr id="14" name="Forma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15" name="Forma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19" name="Forma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20" name="Forma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21" name="Triángulo rectángulo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posición de imagen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Subtítulo 2" title="Subtítulo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dirty="0"/>
              <a:t>HAGA CLIC PARA EDITAR EL ESTILO DE SUBTÍTULO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20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9" name="Triángulo rectángulo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7" name="Paralelogramo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 title="Título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101" name="Marcador de texto 2" title="Subtítulo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dirty="0"/>
              <a:t>EDITAR ESTILOS DE TEXTO DEL PATRÓN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elogramo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89179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74596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5" name="Marcador de posición de contenido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47377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texto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posición de contenido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60695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0065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posición de imagen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90840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8" name="Cuadro de texto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Franja diagonal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elogramo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0" name="Paralelogramo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1" name="Cuadro de texto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Franja diagonal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 rtl="0"/>
            <a:fld id="{8699F50C-BE38-4BD0-BA84-9B090E1F2B9B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9" name="Marcador de título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09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92" r:id="rId17"/>
    <p:sldLayoutId id="2147483697" r:id="rId18"/>
    <p:sldLayoutId id="214748367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337030" y="93186"/>
            <a:ext cx="4428523" cy="3657873"/>
          </a:xfrm>
        </p:spPr>
      </p:pic>
      <p:sp>
        <p:nvSpPr>
          <p:cNvPr id="18" name="Hexágono 17" descr="Hexágono sólido de color oscuro en medio de énfasis de imagen">
            <a:extLst>
              <a:ext uri="{FF2B5EF4-FFF2-40B4-BE49-F238E27FC236}">
                <a16:creationId xmlns:a16="http://schemas.microsoft.com/office/drawing/2014/main" id="{0E6B042D-E9CB-40E0-AAE9-6AD11F53E044}"/>
              </a:ext>
            </a:extLst>
          </p:cNvPr>
          <p:cNvSpPr/>
          <p:nvPr/>
        </p:nvSpPr>
        <p:spPr>
          <a:xfrm rot="16200000">
            <a:off x="4025252" y="3286977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19" name="Grupo 18" descr="Grupo de información con nombre y logotipo de la compañía&#10;">
            <a:extLst>
              <a:ext uri="{FF2B5EF4-FFF2-40B4-BE49-F238E27FC236}">
                <a16:creationId xmlns:a16="http://schemas.microsoft.com/office/drawing/2014/main" id="{5B07AEC6-55AE-4E18-BEEA-A226E87C7897}"/>
              </a:ext>
            </a:extLst>
          </p:cNvPr>
          <p:cNvGrpSpPr/>
          <p:nvPr/>
        </p:nvGrpSpPr>
        <p:grpSpPr>
          <a:xfrm>
            <a:off x="4191665" y="3670914"/>
            <a:ext cx="2184698" cy="1148666"/>
            <a:chOff x="2820133" y="2828102"/>
            <a:chExt cx="2184698" cy="1148666"/>
          </a:xfrm>
        </p:grpSpPr>
        <p:sp>
          <p:nvSpPr>
            <p:cNvPr id="20" name="Cuadro de texto 19">
              <a:extLst>
                <a:ext uri="{FF2B5EF4-FFF2-40B4-BE49-F238E27FC236}">
                  <a16:creationId xmlns:a16="http://schemas.microsoft.com/office/drawing/2014/main" id="{94DF2E04-7632-4FED-B0BF-8FB243D982A3}"/>
                </a:ext>
              </a:extLst>
            </p:cNvPr>
            <p:cNvSpPr txBox="1"/>
            <p:nvPr/>
          </p:nvSpPr>
          <p:spPr>
            <a:xfrm>
              <a:off x="2854883" y="2828102"/>
              <a:ext cx="214994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s-ES" sz="6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HRM</a:t>
              </a:r>
            </a:p>
          </p:txBody>
        </p:sp>
        <p:sp>
          <p:nvSpPr>
            <p:cNvPr id="21" name="Cuadro de texto 20">
              <a:extLst>
                <a:ext uri="{FF2B5EF4-FFF2-40B4-BE49-F238E27FC236}">
                  <a16:creationId xmlns:a16="http://schemas.microsoft.com/office/drawing/2014/main" id="{FC9A1C71-347B-44A9-88B4-692D9731582D}"/>
                </a:ext>
              </a:extLst>
            </p:cNvPr>
            <p:cNvSpPr txBox="1"/>
            <p:nvPr/>
          </p:nvSpPr>
          <p:spPr>
            <a:xfrm>
              <a:off x="2820133" y="3668991"/>
              <a:ext cx="21087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s-ES" sz="14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Human Resources Manege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6154" y="2312437"/>
            <a:ext cx="4853573" cy="1616252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s-ES" b="0" dirty="0"/>
              <a:t>Sistema De Gestión De Archivos Para Recursos Humanos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3153" y="6027832"/>
            <a:ext cx="2236574" cy="464471"/>
          </a:xfrm>
        </p:spPr>
        <p:txBody>
          <a:bodyPr rtlCol="0"/>
          <a:lstStyle/>
          <a:p>
            <a:pPr algn="r" rtl="0"/>
            <a:r>
              <a:rPr lang="es-ES" dirty="0"/>
              <a:t>HRM v.1.0</a:t>
            </a:r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597" y="1612773"/>
            <a:ext cx="2483671" cy="1215566"/>
          </a:xfrm>
        </p:spPr>
        <p:txBody>
          <a:bodyPr rtlCol="0"/>
          <a:lstStyle/>
          <a:p>
            <a:pPr rtl="0"/>
            <a:r>
              <a:rPr lang="es-ES" dirty="0"/>
              <a:t>OBJETIVO</a:t>
            </a:r>
            <a:endParaRPr lang="es-ES" b="0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467" y="3280719"/>
            <a:ext cx="7342631" cy="608895"/>
          </a:xfrm>
        </p:spPr>
        <p:txBody>
          <a:bodyPr rtlCol="0"/>
          <a:lstStyle/>
          <a:p>
            <a:pPr algn="ctr" rtl="0"/>
            <a:r>
              <a:rPr lang="es-ES" dirty="0"/>
              <a:t>TENER UN CONTROL DE LA INFORMACIÓN Y RETROALIMENTACIÓN DE LOS EMPLEADOS CON EL ÁREA DE RECURSOS HUMANOS 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2</a:t>
            </a:fld>
            <a:endParaRPr lang="es-ES" dirty="0"/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F96C6435-6845-4B6A-9DC8-135F7D195F73}"/>
              </a:ext>
            </a:extLst>
          </p:cNvPr>
          <p:cNvSpPr txBox="1">
            <a:spLocks/>
          </p:cNvSpPr>
          <p:nvPr/>
        </p:nvSpPr>
        <p:spPr>
          <a:xfrm>
            <a:off x="9453153" y="6027832"/>
            <a:ext cx="2236574" cy="464471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ES" dirty="0"/>
              <a:t>HRM v.1.0</a:t>
            </a:r>
          </a:p>
        </p:txBody>
      </p:sp>
    </p:spTree>
    <p:extLst>
      <p:ext uri="{BB962C8B-B14F-4D97-AF65-F5344CB8AC3E}">
        <p14:creationId xmlns:p14="http://schemas.microsoft.com/office/powerpoint/2010/main" val="97200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b="0" dirty="0"/>
              <a:t>CONTROL DE SESION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es-ES" dirty="0"/>
              <a:t>El inicio de sesión permitirá el acceso al usuario con el perfil dado por el administrador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24E18385-8BEA-4522-ABAA-5AB38F0D4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7146" y="2370475"/>
            <a:ext cx="5475290" cy="1657827"/>
          </a:xfrm>
        </p:spPr>
        <p:txBody>
          <a:bodyPr rtlCol="0">
            <a:normAutofit fontScale="92500" lnSpcReduction="10000"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dirty="0"/>
              <a:t>Administrador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dirty="0"/>
              <a:t>Jefe de Área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dirty="0"/>
              <a:t>Objetivos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dirty="0"/>
              <a:t>Usuario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ES" dirty="0"/>
              <a:t>v.1.0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fld id="{8699F50C-BE38-4BD0-BA84-9B090E1F2B9B}" type="slidenum">
              <a:rPr lang="es-ES" smtClean="0"/>
              <a:pPr rtl="0"/>
              <a:t>3</a:t>
            </a:fld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B49B28C-D28C-4470-84EA-B1E5B8613275}"/>
              </a:ext>
            </a:extLst>
          </p:cNvPr>
          <p:cNvSpPr txBox="1"/>
          <p:nvPr/>
        </p:nvSpPr>
        <p:spPr>
          <a:xfrm>
            <a:off x="10722721" y="136525"/>
            <a:ext cx="1469279" cy="646331"/>
          </a:xfrm>
          <a:prstGeom prst="rect">
            <a:avLst/>
          </a:prstGeom>
          <a:solidFill>
            <a:srgbClr val="014B79"/>
          </a:solidFill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HRM</a:t>
            </a:r>
            <a:endParaRPr lang="es-MX" sz="3600" dirty="0"/>
          </a:p>
        </p:txBody>
      </p:sp>
      <p:sp>
        <p:nvSpPr>
          <p:cNvPr id="22" name="Marcador de texto 8">
            <a:extLst>
              <a:ext uri="{FF2B5EF4-FFF2-40B4-BE49-F238E27FC236}">
                <a16:creationId xmlns:a16="http://schemas.microsoft.com/office/drawing/2014/main" id="{FF679DE9-3BE6-4A57-8D77-AFC07771DCD3}"/>
              </a:ext>
            </a:extLst>
          </p:cNvPr>
          <p:cNvSpPr txBox="1">
            <a:spLocks/>
          </p:cNvSpPr>
          <p:nvPr/>
        </p:nvSpPr>
        <p:spPr>
          <a:xfrm>
            <a:off x="1631811" y="4412950"/>
            <a:ext cx="7342631" cy="608895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Nota : Todos los perfiles contaran con un panel de usuario </a:t>
            </a:r>
          </a:p>
        </p:txBody>
      </p:sp>
    </p:spTree>
    <p:extLst>
      <p:ext uri="{BB962C8B-B14F-4D97-AF65-F5344CB8AC3E}">
        <p14:creationId xmlns:p14="http://schemas.microsoft.com/office/powerpoint/2010/main" val="389151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337030" y="93186"/>
            <a:ext cx="4428523" cy="3657873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3153" y="6027832"/>
            <a:ext cx="2236574" cy="464471"/>
          </a:xfrm>
        </p:spPr>
        <p:txBody>
          <a:bodyPr rtlCol="0"/>
          <a:lstStyle/>
          <a:p>
            <a:pPr algn="r" rtl="0"/>
            <a:r>
              <a:rPr lang="es-ES" dirty="0"/>
              <a:t>HRM v.1.0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2ED275-F860-49AD-BCB6-72BC7C9591A5}"/>
              </a:ext>
            </a:extLst>
          </p:cNvPr>
          <p:cNvSpPr/>
          <p:nvPr/>
        </p:nvSpPr>
        <p:spPr>
          <a:xfrm>
            <a:off x="6594371" y="0"/>
            <a:ext cx="5597629" cy="121001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5400" b="1" dirty="0">
                <a:solidFill>
                  <a:schemeClr val="accent2"/>
                </a:solidFill>
              </a:rPr>
              <a:t>ADMINISTRADOR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9EC3B39-9A80-4214-AD20-1C83D4CBF2C6}"/>
              </a:ext>
            </a:extLst>
          </p:cNvPr>
          <p:cNvSpPr txBox="1"/>
          <p:nvPr/>
        </p:nvSpPr>
        <p:spPr>
          <a:xfrm>
            <a:off x="6685005" y="2038865"/>
            <a:ext cx="5263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Contara con control total de toda la base de datos de la plataforma,  dentro de sus funciones contara con 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C45993-1E2F-43DE-B601-A8DD08A944AA}"/>
              </a:ext>
            </a:extLst>
          </p:cNvPr>
          <p:cNvSpPr txBox="1"/>
          <p:nvPr/>
        </p:nvSpPr>
        <p:spPr>
          <a:xfrm>
            <a:off x="6685006" y="3015050"/>
            <a:ext cx="50047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Control de Puestos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Control de Empleados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Carga de Documentación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Asignación / Aprobación de Días Vacacionales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Carga de Objetivos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Asignación de Usuarios para el acceso a la plataforma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5892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337030" y="93186"/>
            <a:ext cx="4428523" cy="3657873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3153" y="6027832"/>
            <a:ext cx="2236574" cy="464471"/>
          </a:xfrm>
        </p:spPr>
        <p:txBody>
          <a:bodyPr rtlCol="0"/>
          <a:lstStyle/>
          <a:p>
            <a:pPr algn="r" rtl="0"/>
            <a:r>
              <a:rPr lang="es-ES" dirty="0"/>
              <a:t>HRM v.1.0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2ED275-F860-49AD-BCB6-72BC7C9591A5}"/>
              </a:ext>
            </a:extLst>
          </p:cNvPr>
          <p:cNvSpPr/>
          <p:nvPr/>
        </p:nvSpPr>
        <p:spPr>
          <a:xfrm>
            <a:off x="6594371" y="0"/>
            <a:ext cx="5597629" cy="121001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5400" b="1" dirty="0">
                <a:solidFill>
                  <a:schemeClr val="accent2"/>
                </a:solidFill>
              </a:rPr>
              <a:t>JEFE DE ÁREA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221F01-D490-45EA-AC0E-22F5615B1F2C}"/>
              </a:ext>
            </a:extLst>
          </p:cNvPr>
          <p:cNvSpPr txBox="1"/>
          <p:nvPr/>
        </p:nvSpPr>
        <p:spPr>
          <a:xfrm>
            <a:off x="6685005" y="2038865"/>
            <a:ext cx="5263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Contara con control solamente de los empleados asignados al área relacionada, los módulos a disponer seria: </a:t>
            </a:r>
          </a:p>
          <a:p>
            <a:endParaRPr lang="es-MX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8B5BCD-1088-478D-B17D-629E17EBB1BA}"/>
              </a:ext>
            </a:extLst>
          </p:cNvPr>
          <p:cNvSpPr txBox="1"/>
          <p:nvPr/>
        </p:nvSpPr>
        <p:spPr>
          <a:xfrm>
            <a:off x="6594371" y="3012395"/>
            <a:ext cx="50047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Asignación de Días Vacacionales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Aprobación de Días Vacacionales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004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337030" y="93186"/>
            <a:ext cx="4428523" cy="3657873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3153" y="6027832"/>
            <a:ext cx="2236574" cy="464471"/>
          </a:xfrm>
        </p:spPr>
        <p:txBody>
          <a:bodyPr rtlCol="0"/>
          <a:lstStyle/>
          <a:p>
            <a:pPr algn="r" rtl="0"/>
            <a:r>
              <a:rPr lang="es-ES" dirty="0"/>
              <a:t>HRM v.1.0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2ED275-F860-49AD-BCB6-72BC7C9591A5}"/>
              </a:ext>
            </a:extLst>
          </p:cNvPr>
          <p:cNvSpPr/>
          <p:nvPr/>
        </p:nvSpPr>
        <p:spPr>
          <a:xfrm>
            <a:off x="6594371" y="0"/>
            <a:ext cx="5597629" cy="121001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5400" b="1" dirty="0">
                <a:solidFill>
                  <a:schemeClr val="accent2"/>
                </a:solidFill>
              </a:rPr>
              <a:t>OBJETIVOS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ED9304-4282-4A5B-8C46-D45FA8C5C1DE}"/>
              </a:ext>
            </a:extLst>
          </p:cNvPr>
          <p:cNvSpPr txBox="1"/>
          <p:nvPr/>
        </p:nvSpPr>
        <p:spPr>
          <a:xfrm>
            <a:off x="5307461" y="2721113"/>
            <a:ext cx="63822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Contara con control del modulo de objetivos, podrá solo disponer de este modulo asignado, la asignación, revisión y edición de los mismos dependerá del personal asignado.</a:t>
            </a:r>
          </a:p>
        </p:txBody>
      </p:sp>
    </p:spTree>
    <p:extLst>
      <p:ext uri="{BB962C8B-B14F-4D97-AF65-F5344CB8AC3E}">
        <p14:creationId xmlns:p14="http://schemas.microsoft.com/office/powerpoint/2010/main" val="215014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337030" y="93186"/>
            <a:ext cx="4428523" cy="3657873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3153" y="6027832"/>
            <a:ext cx="2236574" cy="464471"/>
          </a:xfrm>
        </p:spPr>
        <p:txBody>
          <a:bodyPr rtlCol="0"/>
          <a:lstStyle/>
          <a:p>
            <a:pPr algn="r" rtl="0"/>
            <a:r>
              <a:rPr lang="es-ES" dirty="0"/>
              <a:t>HRM v.1.0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2ED275-F860-49AD-BCB6-72BC7C9591A5}"/>
              </a:ext>
            </a:extLst>
          </p:cNvPr>
          <p:cNvSpPr/>
          <p:nvPr/>
        </p:nvSpPr>
        <p:spPr>
          <a:xfrm>
            <a:off x="6594371" y="0"/>
            <a:ext cx="5597629" cy="121001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5400" b="1" dirty="0">
                <a:solidFill>
                  <a:schemeClr val="accent2"/>
                </a:solidFill>
              </a:rPr>
              <a:t>USUARIO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4ED898-0CDB-47E4-ABE2-91C8E595E265}"/>
              </a:ext>
            </a:extLst>
          </p:cNvPr>
          <p:cNvSpPr txBox="1"/>
          <p:nvPr/>
        </p:nvSpPr>
        <p:spPr>
          <a:xfrm>
            <a:off x="6685005" y="2038865"/>
            <a:ext cx="5263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Contara con la visualización a su información personal, el usuario contara con acceso a los módulos siguientes: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4B1606-0C44-4263-9B04-3E6762905FD5}"/>
              </a:ext>
            </a:extLst>
          </p:cNvPr>
          <p:cNvSpPr txBox="1"/>
          <p:nvPr/>
        </p:nvSpPr>
        <p:spPr>
          <a:xfrm>
            <a:off x="6685006" y="3015050"/>
            <a:ext cx="50047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Vista de Perfil Asignado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Vista de Objetivos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Petición / Edición de Días Vacacionales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Descarga de Documentación Personal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Vista General al Calendario Vacacional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5597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F7AA1C9F-9AAE-4C37-9A79-ED80262AE8C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es-ES" noProof="0" smtClean="0"/>
              <a:t>8</a:t>
            </a:fld>
            <a:endParaRPr lang="es-ES" noProof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FC5FDE-255A-4B58-B9C3-D04621F9D556}"/>
              </a:ext>
            </a:extLst>
          </p:cNvPr>
          <p:cNvSpPr txBox="1"/>
          <p:nvPr/>
        </p:nvSpPr>
        <p:spPr>
          <a:xfrm>
            <a:off x="10722721" y="136525"/>
            <a:ext cx="1469279" cy="646331"/>
          </a:xfrm>
          <a:prstGeom prst="rect">
            <a:avLst/>
          </a:prstGeom>
          <a:solidFill>
            <a:srgbClr val="014B79"/>
          </a:solidFill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HRM</a:t>
            </a:r>
            <a:endParaRPr lang="es-MX" sz="3600" dirty="0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5A6AFFBF-2A7A-4E5E-91A7-47BF8069BCF3}"/>
              </a:ext>
            </a:extLst>
          </p:cNvPr>
          <p:cNvSpPr txBox="1">
            <a:spLocks/>
          </p:cNvSpPr>
          <p:nvPr/>
        </p:nvSpPr>
        <p:spPr>
          <a:xfrm>
            <a:off x="-543697" y="6306676"/>
            <a:ext cx="2236574" cy="464471"/>
          </a:xfrm>
          <a:prstGeom prst="rect">
            <a:avLst/>
          </a:prstGeom>
        </p:spPr>
        <p:txBody>
          <a:bodyPr rtlCol="0" anchor="b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2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IN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" dirty="0">
                <a:solidFill>
                  <a:schemeClr val="bg1">
                    <a:lumMod val="85000"/>
                  </a:schemeClr>
                </a:solidFill>
              </a:rPr>
              <a:t>HRM v.1.0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F1B85E-5AE4-4AF0-99D9-6CFA7CB62326}"/>
              </a:ext>
            </a:extLst>
          </p:cNvPr>
          <p:cNvSpPr txBox="1"/>
          <p:nvPr/>
        </p:nvSpPr>
        <p:spPr>
          <a:xfrm>
            <a:off x="2524897" y="1865871"/>
            <a:ext cx="714220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accent2"/>
                </a:solidFill>
              </a:rPr>
              <a:t>El tiempo de permanencia en la plataforma dependerá del perfil asignado, cumplido este periodo la plataforma se cerrara automáticamente</a:t>
            </a:r>
          </a:p>
        </p:txBody>
      </p:sp>
    </p:spTree>
    <p:extLst>
      <p:ext uri="{BB962C8B-B14F-4D97-AF65-F5344CB8AC3E}">
        <p14:creationId xmlns:p14="http://schemas.microsoft.com/office/powerpoint/2010/main" val="886753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532_TF89027928" id="{3C3A0F49-CA1F-4DCD-B5AA-4114E36E4969}" vid="{3D1BA8EB-B4D4-4C84-85E1-16C2834E6AC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hexágono oscura</Template>
  <TotalTime>235</TotalTime>
  <Words>280</Words>
  <Application>Microsoft Office PowerPoint</Application>
  <PresentationFormat>Panorámica</PresentationFormat>
  <Paragraphs>60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Gill Sans SemiBold</vt:lpstr>
      <vt:lpstr>Times New Roman</vt:lpstr>
      <vt:lpstr>Tema de Office</vt:lpstr>
      <vt:lpstr>Sistema De Gestión De Archivos Para Recursos Humanos</vt:lpstr>
      <vt:lpstr>OBJETIVO</vt:lpstr>
      <vt:lpstr>CONTROL DE SESION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Archivos </dc:title>
  <dc:creator>Edgar Jasso</dc:creator>
  <cp:lastModifiedBy>Edgar Jasso</cp:lastModifiedBy>
  <cp:revision>9</cp:revision>
  <dcterms:created xsi:type="dcterms:W3CDTF">2020-07-10T16:59:56Z</dcterms:created>
  <dcterms:modified xsi:type="dcterms:W3CDTF">2020-07-10T20:55:13Z</dcterms:modified>
</cp:coreProperties>
</file>